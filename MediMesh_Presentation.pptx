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🏥 MediMesh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D0DF"/>
                </a:solidFill>
                <a:latin typeface="Calibri"/>
              </a:rPr>
              <a:t>Multi-Agent AI Health Triage
for Rural Indian Clinics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1106424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0DF"/>
                </a:solidFill>
                <a:latin typeface="Calibri"/>
              </a:rPr>
              <a:t>3 specialized AI agents · WHO IMCI guidelines · AMD ROCm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2660904" cy="2926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5935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AMD Developer Hackathon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43400"/>
            <a:ext cx="2747772" cy="292608"/>
          </a:xfrm>
          <a:prstGeom prst="rect">
            <a:avLst/>
          </a:prstGeom>
          <a:solidFill>
            <a:srgbClr val="1E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70832"/>
            <a:ext cx="26106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 Agents &amp; Agentic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Calibri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800M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DF"/>
                </a:solidFill>
                <a:latin typeface="Calibri"/>
              </a:rPr>
              <a:t>rural Indians with limited
access to qualified doctors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1064240" cy="27432"/>
          </a:xfrm>
          <a:prstGeom prst="rect">
            <a:avLst/>
          </a:prstGeom>
          <a:solidFill>
            <a:srgbClr val="1E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30,000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DF"/>
                </a:solidFill>
                <a:latin typeface="Calibri"/>
              </a:rPr>
              <a:t>PHCs — most without
a full-time physician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11064240" cy="27432"/>
          </a:xfrm>
          <a:prstGeom prst="rect">
            <a:avLst/>
          </a:prstGeom>
          <a:solidFill>
            <a:srgbClr val="1E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1C24"/>
                </a:solidFill>
                <a:latin typeface="Calibri"/>
              </a:rPr>
              <a:t>60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715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DF"/>
                </a:solidFill>
                <a:latin typeface="Calibri"/>
              </a:rPr>
              <a:t>MediMesh triage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38912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👩‍⚕️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Doctor Shortage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DF"/>
                </a:solidFill>
                <a:latin typeface="Calibri"/>
              </a:rPr>
              <a:t>India has 1 doctor per 1,457 people.
Rural PHCs often run nurse-only shifts
with no physician for days at a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438912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Triage Errors = Lives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DF"/>
                </a:solidFill>
                <a:latin typeface="Calibri"/>
              </a:rPr>
              <a:t>Wrong severity classification delays
referrals. A child mis-triaged GREEN
with severe pneumonia may not survive.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438912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 Clinical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03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DF"/>
                </a:solidFill>
                <a:latin typeface="Calibri"/>
              </a:rPr>
              <a:t>Nurses rely on paper guidelines.
No real-time tool exists that works
in low-bandwidth rural environments.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ED1C24"/>
                </a:solidFill>
                <a:latin typeface="Calibri"/>
              </a:rPr>
              <a:t>MediMesh gives nurses an AI second opinion — in 60 seconds, offline-resilient, WHO-grounded.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MediMesh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926080" cy="13716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9260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📋 Patient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Symptoms · Vitals
Current medications
Proposed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D1C2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325880"/>
            <a:ext cx="2468880" cy="329184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325880"/>
            <a:ext cx="246888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Agent 1
Triager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WHO IMCI protocol
Danger sign detection
Severity: RED/YELLOW/GREEN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325880"/>
            <a:ext cx="2468880" cy="329184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1325880"/>
            <a:ext cx="24688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Agent 2
DDx Reasoner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Top 3 differential
diagnoses ranked by
likelihood +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325880"/>
            <a:ext cx="2468880" cy="329184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1325880"/>
            <a:ext cx="246888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Agent 3
Drug Auditor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Drug-drug interaction
check · Safe alternative
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709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9488"/>
                </a:solidFill>
                <a:latin typeface="Calibri"/>
              </a:rPr>
              <a:t>⚡ Agents 2 &amp; 3 run in parallel — cuts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D1C24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612880" y="1325880"/>
            <a:ext cx="457200" cy="32918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67160" y="2103120"/>
            <a:ext cx="594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TRIAGE
CARD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11247120" cy="54864"/>
          </a:xfrm>
          <a:prstGeom prst="rect">
            <a:avLst/>
          </a:prstGeom>
          <a:solidFill>
            <a:srgbClr val="1E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📚 RAG Knowledge Base (ChromaDB)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50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WHO IMCI Guidelines (25 indexed chunks)  ·  Indian Drug Interaction Database (30 high-risk pairs)  ·  Local, pre-indexed, no live internet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Live Demo — 3 Clinical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11880" cy="512064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1188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🟢  GREEN — Non-Urgent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Patient: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Female, 5 years · Mild fever 37.9°C
Runny nose, mild cough · RR 28/min
Alert, eating well · No danger 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Top Diagnosis: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Viral URTI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Treatment: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Paracetamol for fever
Advise return if worse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  <a:latin typeface="Calibri"/>
              </a:rPr>
              <a:t>Drug Safety: ✅ SAFE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325880"/>
            <a:ext cx="3611880" cy="512064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325880"/>
            <a:ext cx="36118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🟡  YELLOW — Urgent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Patient: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31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Male, 3 years · Fever 3 days
Cough · RR 44/min · Temp 38.6°C
No chest indrawing ·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Top Diagnosis: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Pneumonia (uncomplicated)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Treatment: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389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Amoxicillin 250mg 5 days
Review in 48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074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  <a:latin typeface="Calibri"/>
              </a:rPr>
              <a:t>Drug Safety: ✅ SAFE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25880"/>
            <a:ext cx="3611880" cy="512064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325880"/>
            <a:ext cx="3611880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🔴  RED — Emergency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Patient: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331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Male, 8 months · Diarrhoea 2 days
HR 168 · Lethargic · Sunken eyes
Skin pinch &gt;2s · Cannot drink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Top Diagnosis: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1C24"/>
                </a:solidFill>
                <a:latin typeface="Calibri"/>
              </a:rPr>
              <a:t>Severe dehydration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0DF"/>
                </a:solidFill>
                <a:latin typeface="Calibri"/>
              </a:rPr>
              <a:t>Treatment: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89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IV fluids · Refer NOW
Pre-referral ORS if drinks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074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  <a:latin typeface="Calibri"/>
              </a:rPr>
              <a:t>Drug Safety: ✅ SAFE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0DF"/>
                </a:solidFill>
                <a:latin typeface="Calibri"/>
              </a:rPr>
              <a:t>Each scenario runs end-to-end through 3 agents + RAG in ~15–60 seconds on local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AMD?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8D0DF"/>
                </a:solidFill>
                <a:latin typeface="Calibri"/>
              </a:rPr>
              <a:t>Built for open, affordable, scalable healthcare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19659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ROCm Compatibility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Llama 3.1 8B runs natively on AMD GPU via ROCm. No proprietary lock-in. Open stack, open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566160" cy="19659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56616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01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🔓  Open-Source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9572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vLLM on AMD = OpenAI-compatible endpoint from open models. Zero per-query API cost — critical for clinics.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3566160" cy="19659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356616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01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☁️  AMD Developer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9572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Scalable GPU cloud for AI workloads. $100 credits cover our full hackathon + real PHC pilot deployment.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3566160" cy="19659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356616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422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📦  Offline-Resilient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36007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ChromaDB pre-indexed at setup. Inference needs zero live internet — designed for rural India's connectivity reality.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977639"/>
            <a:ext cx="3566160" cy="19659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977639"/>
            <a:ext cx="356616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1422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💰  Cost for Rural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36007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AMD's cost-per-token advantage means a state government could run MediMesh across 500 PHCs affordably.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977639"/>
            <a:ext cx="3566160" cy="196596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977639"/>
            <a:ext cx="356616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422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🔬  Multi-Agent on Open LLMs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36007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F"/>
                </a:solidFill>
                <a:latin typeface="Calibri"/>
              </a:rPr>
              <a:t>Proves sophisticated agentic reasoning doesn't need GPT-4 pricing. AMD makes it fast enough for clinical 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46520"/>
            <a:ext cx="1005840" cy="3017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AMD ROCm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6446520"/>
            <a:ext cx="640080" cy="3017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1640" y="64739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vLLM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6446520"/>
            <a:ext cx="1371600" cy="301752"/>
          </a:xfrm>
          <a:prstGeom prst="rect">
            <a:avLst/>
          </a:prstGeom>
          <a:solidFill>
            <a:srgbClr val="1E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Llama 3.1 8B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6446520"/>
            <a:ext cx="822960" cy="301752"/>
          </a:xfrm>
          <a:prstGeom prst="rect">
            <a:avLst/>
          </a:prstGeom>
          <a:solidFill>
            <a:srgbClr val="1E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39" y="64739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CrewAI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6446520"/>
            <a:ext cx="1005840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59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ChromaDB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6446520"/>
            <a:ext cx="1097280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9" y="6473952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8288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D1C24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DF"/>
                </a:solidFill>
                <a:latin typeface="Calibri"/>
              </a:rPr>
              <a:t>AI Agents
orchestrated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D1C24"/>
                </a:solidFill>
                <a:latin typeface="Calibri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DF"/>
                </a:solidFill>
                <a:latin typeface="Calibri"/>
              </a:rPr>
              <a:t>WHO IMCI
guideline chunks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560320" cy="18288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56032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D1C24"/>
                </a:solidFill>
                <a:latin typeface="Calibr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DF"/>
                </a:solidFill>
                <a:latin typeface="Calibri"/>
              </a:rPr>
              <a:t>Drug interaction
pairs checked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560320" cy="18288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560320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D1C24"/>
                </a:solidFill>
                <a:latin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DF"/>
                </a:solidFill>
                <a:latin typeface="Calibri"/>
              </a:rPr>
              <a:t>Clinical vignettes
evaluated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7132320" cy="29718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29000"/>
            <a:ext cx="71323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✓  CrewAI orchestration — 3 agents, sequential + parallel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988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✓  RAG pipeline — ChromaDB over WHO IMCI + drug interaction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28616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✓  Streamlit UI — bilingual (Hindi + English), dark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5838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✓  10-vignette eval set with ground-truth severity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88152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✓  Why AMD slide — ROCm architecture story for judges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429000"/>
            <a:ext cx="3840480" cy="29718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3429000"/>
            <a:ext cx="3840480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0233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F"/>
                </a:solidFill>
                <a:latin typeface="Calibri"/>
              </a:rPr>
              <a:t>Track:
AI Agents &amp; Agentic Workflows
Platform:
AMD Developer Cloud
(ROCm + vLLM)
Model:
Llama 3.1 8B Instruct
(open-source)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